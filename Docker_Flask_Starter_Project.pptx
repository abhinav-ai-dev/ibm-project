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 + Flask Starter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Simple, Eye-Catching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Flask?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Flask is a lightweight Python web framework.</a:t>
            </a:r>
          </a:p>
          <a:p>
            <a:r>
              <a:t>• Perfect for beginners.</a:t>
            </a:r>
          </a:p>
          <a:p>
            <a:r>
              <a:t>• Easy to build APIs and web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Docker packages your app with all dependencies.</a:t>
            </a:r>
          </a:p>
          <a:p>
            <a:r>
              <a:t>• Runs the same everywhere.</a:t>
            </a:r>
          </a:p>
          <a:p>
            <a:r>
              <a:t>• No environment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structure:</a:t>
            </a:r>
          </a:p>
          <a:p/>
          <a:p>
            <a:r>
              <a:t>• app.py (Flask code)</a:t>
            </a:r>
          </a:p>
          <a:p>
            <a:r>
              <a:t>• requirements.txt</a:t>
            </a:r>
          </a:p>
          <a:p>
            <a:r>
              <a:t>• Dockerfile</a:t>
            </a:r>
          </a:p>
          <a:p>
            <a:r>
              <a:t>• docker-compose.yml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app.py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flask import Flask</a:t>
            </a:r>
          </a:p>
          <a:p>
            <a:r>
              <a:t>app = Flask(__name__)</a:t>
            </a:r>
          </a:p>
          <a:p/>
          <a:p>
            <a:r>
              <a:t>@app.route('/')</a:t>
            </a:r>
          </a:p>
          <a:p>
            <a:r>
              <a:t>def home():</a:t>
            </a:r>
          </a:p>
          <a:p>
            <a:r>
              <a:t>    return 'Hello from Flask + Docker!'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python:3.9</a:t>
            </a:r>
          </a:p>
          <a:p>
            <a:r>
              <a:t>WORKDIR /app</a:t>
            </a:r>
          </a:p>
          <a:p>
            <a:r>
              <a:t>COPY . .</a:t>
            </a:r>
          </a:p>
          <a:p>
            <a:r>
              <a:t>RUN pip install -r requirements.txt</a:t>
            </a:r>
          </a:p>
          <a:p>
            <a:r>
              <a:t>CMD ['python', 'app.py']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docker build -t flask-app .</a:t>
            </a:r>
          </a:p>
          <a:p>
            <a:r>
              <a:t>2. docker run -p 5000:5000 flask-app</a:t>
            </a:r>
          </a:p>
          <a:p/>
          <a:p>
            <a:r>
              <a:t>Visit http://localhost:5000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Docker + Flask?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deployment.</a:t>
            </a:r>
          </a:p>
          <a:p>
            <a:r>
              <a:t>• No system compatibility issues.</a:t>
            </a:r>
          </a:p>
          <a:p>
            <a:r>
              <a:t>• Perfect for scalable microservices.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